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7966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65" d="100"/>
          <a:sy n="65" d="100"/>
        </p:scale>
        <p:origin x="72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2245B-4643-3B36-07F4-99D3CADD7C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C86A5F-8B41-95EC-6D92-AB817FBFF1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1FEEC6-561D-9B09-CF06-5DCDD6718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CD837-279D-4B61-9DE3-78F4826F8BAB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F315C5-A79B-89C9-30BD-5AFA6C504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1FD718-D41E-2DE2-294D-A4E1926C6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C2D9-4DC5-4E25-A318-EEA01DD812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6788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0C21E-9338-756F-F813-6BD26FBF8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02607A-3382-7818-AD0D-937E7A9F92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03445E-3F7E-A185-E3D6-BDE6AD732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CD837-279D-4B61-9DE3-78F4826F8BAB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35F162-2D5B-1BA6-4FAC-0376943D2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D83750-A495-6808-FC4B-33F2F39F3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C2D9-4DC5-4E25-A318-EEA01DD812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733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3322A-2899-8D79-1103-64CAE47F7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163259-2420-BDDC-00BE-202A138ACA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CD0CB9-56FD-3369-7550-4848BB6B7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CD837-279D-4B61-9DE3-78F4826F8BAB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703A75-D5D5-3CEA-2998-E72CBC602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621D50-E7BD-63F4-5738-FCEC8F861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C2D9-4DC5-4E25-A318-EEA01DD812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2911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A0C17-274E-D538-AC29-1EA48E38C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280856-2F34-5B81-F26F-5FC871D126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B3634D-2E5D-48BF-9C3B-E30FF584EA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DFC64D-EB82-2F25-DAD0-93F47702C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CD837-279D-4B61-9DE3-78F4826F8BAB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EA486F-5DE5-478C-E703-AE10100D6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FA5BF8-2C6D-9CD0-BAFC-C32F8FF6D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C2D9-4DC5-4E25-A318-EEA01DD812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661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75E3D-A109-498B-5123-8037BC740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F1FFB1-2056-B7BE-5946-06CA731517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87F331-F4C2-9FD2-064D-7F1ED5D1C0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D9B17B-D0E8-5CBB-0B03-62245DD9A2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BB36DB-7E1D-E105-BEA6-D2B7490562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E8048A-97B8-F612-5FDD-1A4FB794F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CD837-279D-4B61-9DE3-78F4826F8BAB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856FF0-92E1-6E87-88EB-B6B5D127A7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260297-386C-71CD-645D-D025AB9F6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C2D9-4DC5-4E25-A318-EEA01DD812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1023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DD1C7-83F5-40A9-0D39-49DA882C9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D42A68-D763-9C32-E840-6E74AB7BF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CD837-279D-4B61-9DE3-78F4826F8BAB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2FCE40-A5EC-CCBE-0AEB-6F84546E4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83E7F3-6E46-8508-7447-C4BEED837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C2D9-4DC5-4E25-A318-EEA01DD812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296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352421-D9B3-C462-D23D-F5DE8331F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CD837-279D-4B61-9DE3-78F4826F8BAB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3DB690-15A1-EEC7-4D4A-7229C74E8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FDC1AA-D96D-725B-7A3C-FBD6FA6E8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C2D9-4DC5-4E25-A318-EEA01DD812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8706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D5BAB-1891-A0EA-E5AF-77EC6263A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B8CD4B-F14B-52A5-E688-D8DDD52E6B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4F9ABC-9E9F-F3A9-2D99-7E2E0E0598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E83BE0-F605-1384-F7F2-17F9175CA3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CD837-279D-4B61-9DE3-78F4826F8BAB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4DCC03-F448-E187-E8D5-144F0030D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CCD845-C8A8-7718-A7C7-F3A5B4C3D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C2D9-4DC5-4E25-A318-EEA01DD812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6122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B0943-BDB2-D967-BC5C-79E783E75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5E32EC4-3805-24D3-A4BB-241F577802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11B318-4A5B-4BC4-79EA-F3D6C48165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8D5B98-2EA3-FC77-30CB-F25D5C2AF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CD837-279D-4B61-9DE3-78F4826F8BAB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9B8ABB-063F-AD68-0F0F-DBD0BD5F1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5EC585-0F67-EEDF-19BC-FC358B89E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C2D9-4DC5-4E25-A318-EEA01DD812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8237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FB7CE-BEA5-7680-8F78-508A7768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541F95-A13A-0B8D-8FE6-0D7B67D5F4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D07A6B-6081-BCA1-FE4E-DDBC65CE2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CD837-279D-4B61-9DE3-78F4826F8BAB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5FA86A-F6A1-1828-4067-406A53672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D95872-B571-498F-33ED-7BABEC11B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C2D9-4DC5-4E25-A318-EEA01DD812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3590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A17ECB3-32D1-B21C-828A-249552DE7B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3DE093-1749-1733-4B2D-A0B186E1B2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34D8ED-A390-387E-8205-9B295EC68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CD837-279D-4B61-9DE3-78F4826F8BAB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0AA457-E0B4-D3CC-8C50-5BDE9A685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0C7971-233D-90DC-548B-5D19009FC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C2D9-4DC5-4E25-A318-EEA01DD812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5367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E9191CC-8A26-F29D-69F1-D3FC0F0D6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2AC6DE-3857-BBF7-A1E0-FF7A31BD8D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FDD636-7857-C39B-CEE0-2ADD6BF849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4CD837-279D-4B61-9DE3-78F4826F8BAB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4F54A1-A854-BD7C-0132-7934A12B56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E24023-83BC-C154-D6A1-D4AF7A51D4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C2D9-4DC5-4E25-A318-EEA01DD812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041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966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AC10AB1-24C1-5D86-D4B9-5AE00A569E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427" y="0"/>
            <a:ext cx="1009314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64273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8275B61-AD36-B60F-5310-B3D5C156DE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00351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4F85F1-DD16-F3D1-E236-FC637F705A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F33689-37E3-E236-C899-8149C38278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F26D1E-BC84-6964-0BD1-0E79F7C700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734" y="0"/>
            <a:ext cx="1189653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94315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E6D2B-D05E-45C6-DE78-3CA4345B3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8C1AF2-0545-31BB-4C74-E939B6F545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3E79D6-56A9-906B-429E-453DF4D595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12787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76C56-5751-E8A5-303C-52BAA97ED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2ECAC9-BE38-FC66-7BDA-D5CBDACAB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5CEC95-55FC-FAD9-7B04-842E7C0D3F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5174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C2F64-25C3-2929-8A94-2A83C387CF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6FB9F7-73AD-0B8D-0B8A-CBC49DB5C6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3B808FE-090B-B023-FE0A-5F256456F7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450" y="0"/>
            <a:ext cx="105791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81971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72724-21B2-F2D5-D788-E2A5C4484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BA6AF0-093D-AE8B-A06F-5C998D49FC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3B6760-1087-2B28-11DE-ABF20C4F4B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275" y="0"/>
            <a:ext cx="113474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89395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604D0-DA9E-0872-CB1D-5860C83BC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A8A79D-42DD-CEF7-6F19-4C8252E677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DDA389-9332-5E17-CECC-230D820281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23" y="0"/>
            <a:ext cx="1193635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5270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7932A-019D-DFFB-D2B1-6B8457E1B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F9AADC-73F8-A6D8-226B-6D44B6F4DF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E0BDC6-257C-910E-F4B8-482E5452CA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64856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DB0B9-126F-44BE-8299-BEFA3E5A5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DBAE21-AEC4-8072-BDAB-DF388ADC05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096B51-AF5F-44D0-6DFB-7B1CB8A2E8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32418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966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8C619A4-E4D1-E265-BE50-45F5DC0D0D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375" y="0"/>
            <a:ext cx="100012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15194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2EA96-8BD4-BAE9-DE6F-40AA93AFE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5D4560-B3D0-95FB-0D56-2DD39A189A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24352F-05EF-2983-5058-AFA414BE62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63725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AC403-97B5-D89B-228F-930AB55A7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D8312E-45B9-1C73-0FEA-DE65C3EB02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627F39-E8B4-CA75-9F43-D6BC2B5B64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325" y="0"/>
            <a:ext cx="113093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57867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49A817A-BC2F-3751-C17B-20340536BF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0" y="0"/>
            <a:ext cx="10477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3816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zayan Ahmed</dc:creator>
  <cp:lastModifiedBy>zayan Ahmed</cp:lastModifiedBy>
  <cp:revision>1</cp:revision>
  <dcterms:created xsi:type="dcterms:W3CDTF">2026-02-11T22:27:55Z</dcterms:created>
  <dcterms:modified xsi:type="dcterms:W3CDTF">2026-02-11T22:28:12Z</dcterms:modified>
</cp:coreProperties>
</file>